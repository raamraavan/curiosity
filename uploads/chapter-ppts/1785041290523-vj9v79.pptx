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016E-6152-D463-8B09-0E1C4C032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59E8F-B6F6-DB74-EB0D-FCE3B00F0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1D438-85A0-8DCC-00C2-2C6F0FF73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F5C3-2235-47BB-BC69-87B0F279DB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CDDDE-8B4D-582A-0669-BD4B742C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D6B7-FA74-5022-D221-589235900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F8CB0-436A-4DBD-AC3A-BC94F900C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9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15DA-BAD4-2944-5C63-491FDFFFE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3FE02-C003-5E64-CCC2-2E63BF3AB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1AD78-432A-194B-35ED-B1CC60D4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F5C3-2235-47BB-BC69-87B0F279DB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8195A-7FA9-0226-5CC9-4ACD12ECA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89AC2-370C-EF55-2846-938FFA11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F8CB0-436A-4DBD-AC3A-BC94F900C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71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A5A8-185B-EF14-85C1-3719870F2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38C6F-1D10-EEFE-A607-59E621374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EA52A-5D97-B470-165E-F497DAD2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F5C3-2235-47BB-BC69-87B0F279DB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BC2B0-F14D-593D-E3A0-6E54B2912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967E0-9F89-DD86-850D-EA5EBF9C5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F8CB0-436A-4DBD-AC3A-BC94F900C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34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9D8D-1EE0-E3E6-F0AD-9151CBC0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0EA8D-3156-8EED-8609-F53885D75F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F5A2D-B2AD-7598-0C2A-62CE9A58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CD8B9-A769-2385-0960-370330B7A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F5C3-2235-47BB-BC69-87B0F279DB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4DE85-168E-4A1F-C7AC-499B788F7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EA1DF-E8F5-5DF4-1E3F-764681CD6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F8CB0-436A-4DBD-AC3A-BC94F900C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84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C62F-9AC8-1995-216B-5142E19DC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98AD5-4544-5E59-3A48-CC68F504E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45FFC-50D1-0409-80EC-E44A3DB82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44C35B-6AEF-1A21-D8F6-BE6056074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5E52E-1069-7101-5853-ED3807D55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52E02A-A5C3-D8D0-CBD6-84E09E68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F5C3-2235-47BB-BC69-87B0F279DB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58C9C-63DB-01DA-B319-35BB1CB9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B03840-7B11-215D-BE0B-6C3E9795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F8CB0-436A-4DBD-AC3A-BC94F900C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197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A361A-DBA9-44CC-BB1A-46465769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ED32B-FAE6-F6B4-D5DE-77DF5FD70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F5C3-2235-47BB-BC69-87B0F279DB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EBBB8-CE70-8701-3F95-C9F0EFB1F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283B2-9832-0A9F-C572-EE038990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F8CB0-436A-4DBD-AC3A-BC94F900C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168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1C4639-9563-5F0E-30E0-1D6BF7E1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F5C3-2235-47BB-BC69-87B0F279DB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A30F25-8158-5629-0F01-365980EEE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12BB6-06B5-E5FC-067D-F4F7C84C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F8CB0-436A-4DBD-AC3A-BC94F900C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282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A43A-506F-3DE2-51DD-88219C66C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F2740-02C5-F8A7-F735-B41550DDC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75A74-8889-DA3F-8DA8-4F9A1A943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6F45D-317F-5979-32A2-564A7B6B6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F5C3-2235-47BB-BC69-87B0F279DB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5646A-8FCA-81B3-D2B7-994AA1609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E6B4-99FD-E3B5-A186-ED53EBD1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F8CB0-436A-4DBD-AC3A-BC94F900C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491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21B0C-DE7D-5863-00C5-C7DF1409E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9334B2-C819-EFC4-BEFE-E3265FC43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67730-89E9-880E-1B2B-2A20F35A0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BB0CA-C3EC-9D6B-C9BF-CE063124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F5C3-2235-47BB-BC69-87B0F279DB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B05B2-3B95-1725-77F6-F427799E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205CD-9203-BD10-1A87-88570D88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F8CB0-436A-4DBD-AC3A-BC94F900C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626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7A4C-09F4-E17E-D9B5-27716C665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A8C74-3C73-F757-1481-7DD425B98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E7FD9-90C0-F353-C683-D6A27E0C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F5C3-2235-47BB-BC69-87B0F279DB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5D28D-84BA-3E79-87BD-14A13F602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98335-997C-6792-6867-A25EEC5A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F8CB0-436A-4DBD-AC3A-BC94F900C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731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D185A4-F34B-5881-7523-51D60A40E0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20957-1101-C0FB-D5A3-AAE9FCF01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56E18-3BE5-A6F8-F885-4E2FA9907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F5C3-2235-47BB-BC69-87B0F279DB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8E034-0280-F6BB-DF74-5046AD881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C8082-0709-7B60-A7F9-10C072165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F8CB0-436A-4DBD-AC3A-BC94F900C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620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332D74-C45C-A9AD-9756-B6412978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CA87E-51CE-EB08-73DD-024CA8387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4A444-9B45-9376-3255-9B14C55DCD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5F5C3-2235-47BB-BC69-87B0F279DBE6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B295A-0BE4-A37B-38A2-D9F9B2682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67799-9EE3-2D6B-6AEA-E542CE630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F8CB0-436A-4DBD-AC3A-BC94F900CC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0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89F40-DB27-99E6-9CAF-24C0A62C17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HI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35C2B-5680-8425-D25B-59923F82E8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448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BABU RAY</dc:creator>
  <cp:lastModifiedBy>RAM BABU RAY</cp:lastModifiedBy>
  <cp:revision>1</cp:revision>
  <dcterms:created xsi:type="dcterms:W3CDTF">2026-07-23T16:14:59Z</dcterms:created>
  <dcterms:modified xsi:type="dcterms:W3CDTF">2026-07-23T16:15:02Z</dcterms:modified>
</cp:coreProperties>
</file>